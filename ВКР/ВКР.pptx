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3"/>
    </p:embeddedFont>
    <p:embeddedFont>
      <p:font typeface="Fira Code" panose="020B0809050000020004" pitchFamily="49" charset="0"/>
      <p:regular r:id="rId14"/>
      <p:bold r:id="rId15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020" autoAdjust="0"/>
  </p:normalViewPr>
  <p:slideViewPr>
    <p:cSldViewPr>
      <p:cViewPr varScale="1">
        <p:scale>
          <a:sx n="121" d="100"/>
          <a:sy n="121" d="100"/>
        </p:scale>
        <p:origin x="1314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9418622272492673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37-481B-9B8F-A891E0A2BD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37-481B-9B8F-A891E0A2BD7D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637-481B-9B8F-A891E0A2BD7D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637-481B-9B8F-A891E0A2BD7D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637-481B-9B8F-A891E0A2BD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637-481B-9B8F-A891E0A2B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3DC567FA-CEC2-494C-8454-9F184ED950B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1483" y="849878"/>
            <a:ext cx="4515013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07504" y="1270778"/>
            <a:ext cx="4824536" cy="32282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 и т.п. </a:t>
            </a: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нет высокопроизводительных решений в удобной обёртке, например -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23013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3" y="1271808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2BB6DC-D362-4554-A40A-A9A98771F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232" y="572926"/>
            <a:ext cx="1515852" cy="17076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2841FA-320A-46A1-B9EF-2F2800854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2571750"/>
            <a:ext cx="2173645" cy="1995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860844"/>
              </p:ext>
            </p:extLst>
          </p:nvPr>
        </p:nvGraphicFramePr>
        <p:xfrm>
          <a:off x="4081066" y="1384671"/>
          <a:ext cx="4985198" cy="312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222</TotalTime>
  <Words>1064</Words>
  <Application>Microsoft Office PowerPoint</Application>
  <DocSecurity>0</DocSecurity>
  <PresentationFormat>Экран (16:9)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Arial</vt:lpstr>
      <vt:lpstr>Times New Roman</vt:lpstr>
      <vt:lpstr>Chakra Petch Medium</vt:lpstr>
      <vt:lpstr>Fira Code</vt:lpstr>
      <vt:lpstr>Abadi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74</cp:revision>
  <dcterms:modified xsi:type="dcterms:W3CDTF">2026-06-01T13:53:47Z</dcterms:modified>
  <cp:category/>
  <dc:identifier/>
  <cp:contentStatus/>
  <dc:language/>
  <cp:version/>
</cp:coreProperties>
</file>